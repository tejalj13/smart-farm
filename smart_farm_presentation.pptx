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E05E06-96CE-49FC-989E-F8B4CF9938C5}" v="1" dt="2026-04-17T17:44:41.3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056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DF02E8-A5FF-45D7-AA20-7164BAC50490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29296E3-F5A7-4387-9C4D-3B0E9D83EFB7}">
      <dgm:prSet/>
      <dgm:spPr/>
      <dgm:t>
        <a:bodyPr/>
        <a:lstStyle/>
        <a:p>
          <a:r>
            <a:rPr lang="en-US"/>
            <a:t>Real-time farm monitoring</a:t>
          </a:r>
        </a:p>
      </dgm:t>
    </dgm:pt>
    <dgm:pt modelId="{030166E5-7292-4EC8-A7CA-B37BED9BC090}" type="parTrans" cxnId="{2DB81AEE-F4F0-4F25-9013-76C972AB1C8B}">
      <dgm:prSet/>
      <dgm:spPr/>
      <dgm:t>
        <a:bodyPr/>
        <a:lstStyle/>
        <a:p>
          <a:endParaRPr lang="en-US"/>
        </a:p>
      </dgm:t>
    </dgm:pt>
    <dgm:pt modelId="{58C734E9-B1A2-4F70-AA88-2F4110BC7CD4}" type="sibTrans" cxnId="{2DB81AEE-F4F0-4F25-9013-76C972AB1C8B}">
      <dgm:prSet/>
      <dgm:spPr/>
      <dgm:t>
        <a:bodyPr/>
        <a:lstStyle/>
        <a:p>
          <a:endParaRPr lang="en-US"/>
        </a:p>
      </dgm:t>
    </dgm:pt>
    <dgm:pt modelId="{36902D9E-C297-4BAA-9A4C-61F3ABF7DDD4}">
      <dgm:prSet/>
      <dgm:spPr/>
      <dgm:t>
        <a:bodyPr/>
        <a:lstStyle/>
        <a:p>
          <a:r>
            <a:rPr lang="en-US"/>
            <a:t>Use multiple sensors</a:t>
          </a:r>
        </a:p>
      </dgm:t>
    </dgm:pt>
    <dgm:pt modelId="{AA978C23-3161-4544-AEEB-2F91D6C8C335}" type="parTrans" cxnId="{D78FB5B8-E369-4945-BE24-489A5DDC6A8D}">
      <dgm:prSet/>
      <dgm:spPr/>
      <dgm:t>
        <a:bodyPr/>
        <a:lstStyle/>
        <a:p>
          <a:endParaRPr lang="en-US"/>
        </a:p>
      </dgm:t>
    </dgm:pt>
    <dgm:pt modelId="{EF42C90B-BB9F-4CE5-8461-7CB55C6A817F}" type="sibTrans" cxnId="{D78FB5B8-E369-4945-BE24-489A5DDC6A8D}">
      <dgm:prSet/>
      <dgm:spPr/>
      <dgm:t>
        <a:bodyPr/>
        <a:lstStyle/>
        <a:p>
          <a:endParaRPr lang="en-US"/>
        </a:p>
      </dgm:t>
    </dgm:pt>
    <dgm:pt modelId="{DFC86532-320F-4EE5-9E3C-59C0BFBB32EB}">
      <dgm:prSet/>
      <dgm:spPr/>
      <dgm:t>
        <a:bodyPr/>
        <a:lstStyle/>
        <a:p>
          <a:r>
            <a:rPr lang="en-US"/>
            <a:t>Early disease detection</a:t>
          </a:r>
        </a:p>
      </dgm:t>
    </dgm:pt>
    <dgm:pt modelId="{53CC3C36-92B9-4FB8-9B8B-AF4D4195BA12}" type="parTrans" cxnId="{5D7BB54B-5804-4A2A-BE0A-2ECA3D37048F}">
      <dgm:prSet/>
      <dgm:spPr/>
      <dgm:t>
        <a:bodyPr/>
        <a:lstStyle/>
        <a:p>
          <a:endParaRPr lang="en-US"/>
        </a:p>
      </dgm:t>
    </dgm:pt>
    <dgm:pt modelId="{BB1E256E-CA07-467A-BE30-30F0444E001E}" type="sibTrans" cxnId="{5D7BB54B-5804-4A2A-BE0A-2ECA3D37048F}">
      <dgm:prSet/>
      <dgm:spPr/>
      <dgm:t>
        <a:bodyPr/>
        <a:lstStyle/>
        <a:p>
          <a:endParaRPr lang="en-US"/>
        </a:p>
      </dgm:t>
    </dgm:pt>
    <dgm:pt modelId="{94D477EA-8539-4A18-9E42-41764E5BBF08}">
      <dgm:prSet/>
      <dgm:spPr/>
      <dgm:t>
        <a:bodyPr/>
        <a:lstStyle/>
        <a:p>
          <a:r>
            <a:rPr lang="en-US"/>
            <a:t>Scalable cloud solution</a:t>
          </a:r>
        </a:p>
      </dgm:t>
    </dgm:pt>
    <dgm:pt modelId="{AC06EB5B-5C8D-4E0E-BA99-3075BC0D4B6A}" type="parTrans" cxnId="{7CF6FEDE-3478-4C00-915B-CE3988966CE7}">
      <dgm:prSet/>
      <dgm:spPr/>
      <dgm:t>
        <a:bodyPr/>
        <a:lstStyle/>
        <a:p>
          <a:endParaRPr lang="en-US"/>
        </a:p>
      </dgm:t>
    </dgm:pt>
    <dgm:pt modelId="{92D9E089-C220-40C1-AD43-C938FF6FEDB5}" type="sibTrans" cxnId="{7CF6FEDE-3478-4C00-915B-CE3988966CE7}">
      <dgm:prSet/>
      <dgm:spPr/>
      <dgm:t>
        <a:bodyPr/>
        <a:lstStyle/>
        <a:p>
          <a:endParaRPr lang="en-US"/>
        </a:p>
      </dgm:t>
    </dgm:pt>
    <dgm:pt modelId="{49A1A996-A77E-42CA-87C3-B4EECA18481B}">
      <dgm:prSet/>
      <dgm:spPr/>
      <dgm:t>
        <a:bodyPr/>
        <a:lstStyle/>
        <a:p>
          <a:r>
            <a:rPr lang="en-US" dirty="0"/>
            <a:t>User friendly dashboard</a:t>
          </a:r>
        </a:p>
      </dgm:t>
    </dgm:pt>
    <dgm:pt modelId="{8CE9D760-C23C-4075-AA39-4CD4B72DEE02}" type="parTrans" cxnId="{0FF12203-1707-4A03-A814-E20DA1AB8189}">
      <dgm:prSet/>
      <dgm:spPr/>
      <dgm:t>
        <a:bodyPr/>
        <a:lstStyle/>
        <a:p>
          <a:endParaRPr lang="en-US"/>
        </a:p>
      </dgm:t>
    </dgm:pt>
    <dgm:pt modelId="{B8824350-719E-4B3A-8560-4D726F84BCC8}" type="sibTrans" cxnId="{0FF12203-1707-4A03-A814-E20DA1AB8189}">
      <dgm:prSet/>
      <dgm:spPr/>
      <dgm:t>
        <a:bodyPr/>
        <a:lstStyle/>
        <a:p>
          <a:endParaRPr lang="en-US"/>
        </a:p>
      </dgm:t>
    </dgm:pt>
    <dgm:pt modelId="{35A1100F-365F-41CE-A895-9B6450C2CB46}" type="pres">
      <dgm:prSet presAssocID="{F4DF02E8-A5FF-45D7-AA20-7164BAC50490}" presName="diagram" presStyleCnt="0">
        <dgm:presLayoutVars>
          <dgm:dir/>
          <dgm:resizeHandles val="exact"/>
        </dgm:presLayoutVars>
      </dgm:prSet>
      <dgm:spPr/>
    </dgm:pt>
    <dgm:pt modelId="{012A27D1-C020-4014-8E75-5C187F02EEAC}" type="pres">
      <dgm:prSet presAssocID="{D29296E3-F5A7-4387-9C4D-3B0E9D83EFB7}" presName="node" presStyleLbl="node1" presStyleIdx="0" presStyleCnt="5">
        <dgm:presLayoutVars>
          <dgm:bulletEnabled val="1"/>
        </dgm:presLayoutVars>
      </dgm:prSet>
      <dgm:spPr/>
    </dgm:pt>
    <dgm:pt modelId="{88B28B6C-7DFC-44EF-91C5-1F8CB0104F1C}" type="pres">
      <dgm:prSet presAssocID="{58C734E9-B1A2-4F70-AA88-2F4110BC7CD4}" presName="sibTrans" presStyleCnt="0"/>
      <dgm:spPr/>
    </dgm:pt>
    <dgm:pt modelId="{52C48B35-6C94-4FF5-B7C1-CB674F807CD3}" type="pres">
      <dgm:prSet presAssocID="{36902D9E-C297-4BAA-9A4C-61F3ABF7DDD4}" presName="node" presStyleLbl="node1" presStyleIdx="1" presStyleCnt="5">
        <dgm:presLayoutVars>
          <dgm:bulletEnabled val="1"/>
        </dgm:presLayoutVars>
      </dgm:prSet>
      <dgm:spPr/>
    </dgm:pt>
    <dgm:pt modelId="{519C685B-8992-497B-936F-C48CFF4EA37C}" type="pres">
      <dgm:prSet presAssocID="{EF42C90B-BB9F-4CE5-8461-7CB55C6A817F}" presName="sibTrans" presStyleCnt="0"/>
      <dgm:spPr/>
    </dgm:pt>
    <dgm:pt modelId="{B2E077F6-66CA-4349-B89C-D2FAFD8689C0}" type="pres">
      <dgm:prSet presAssocID="{DFC86532-320F-4EE5-9E3C-59C0BFBB32EB}" presName="node" presStyleLbl="node1" presStyleIdx="2" presStyleCnt="5">
        <dgm:presLayoutVars>
          <dgm:bulletEnabled val="1"/>
        </dgm:presLayoutVars>
      </dgm:prSet>
      <dgm:spPr/>
    </dgm:pt>
    <dgm:pt modelId="{D5A5EB09-DA27-42AF-9FA2-3F9DAB087DF3}" type="pres">
      <dgm:prSet presAssocID="{BB1E256E-CA07-467A-BE30-30F0444E001E}" presName="sibTrans" presStyleCnt="0"/>
      <dgm:spPr/>
    </dgm:pt>
    <dgm:pt modelId="{F3780545-D9A4-489A-9FB9-4123CC34996E}" type="pres">
      <dgm:prSet presAssocID="{94D477EA-8539-4A18-9E42-41764E5BBF08}" presName="node" presStyleLbl="node1" presStyleIdx="3" presStyleCnt="5">
        <dgm:presLayoutVars>
          <dgm:bulletEnabled val="1"/>
        </dgm:presLayoutVars>
      </dgm:prSet>
      <dgm:spPr/>
    </dgm:pt>
    <dgm:pt modelId="{D98D9A77-5DAF-44D5-89D2-A921C2136293}" type="pres">
      <dgm:prSet presAssocID="{92D9E089-C220-40C1-AD43-C938FF6FEDB5}" presName="sibTrans" presStyleCnt="0"/>
      <dgm:spPr/>
    </dgm:pt>
    <dgm:pt modelId="{1A91D968-C2F3-4D53-A0B2-4B509AA08E58}" type="pres">
      <dgm:prSet presAssocID="{49A1A996-A77E-42CA-87C3-B4EECA18481B}" presName="node" presStyleLbl="node1" presStyleIdx="4" presStyleCnt="5">
        <dgm:presLayoutVars>
          <dgm:bulletEnabled val="1"/>
        </dgm:presLayoutVars>
      </dgm:prSet>
      <dgm:spPr/>
    </dgm:pt>
  </dgm:ptLst>
  <dgm:cxnLst>
    <dgm:cxn modelId="{0FF12203-1707-4A03-A814-E20DA1AB8189}" srcId="{F4DF02E8-A5FF-45D7-AA20-7164BAC50490}" destId="{49A1A996-A77E-42CA-87C3-B4EECA18481B}" srcOrd="4" destOrd="0" parTransId="{8CE9D760-C23C-4075-AA39-4CD4B72DEE02}" sibTransId="{B8824350-719E-4B3A-8560-4D726F84BCC8}"/>
    <dgm:cxn modelId="{C475670B-3B00-4800-AB88-0E675B982205}" type="presOf" srcId="{DFC86532-320F-4EE5-9E3C-59C0BFBB32EB}" destId="{B2E077F6-66CA-4349-B89C-D2FAFD8689C0}" srcOrd="0" destOrd="0" presId="urn:microsoft.com/office/officeart/2005/8/layout/default"/>
    <dgm:cxn modelId="{1ED3EF3B-EB34-4225-B165-CB04883EC6BC}" type="presOf" srcId="{D29296E3-F5A7-4387-9C4D-3B0E9D83EFB7}" destId="{012A27D1-C020-4014-8E75-5C187F02EEAC}" srcOrd="0" destOrd="0" presId="urn:microsoft.com/office/officeart/2005/8/layout/default"/>
    <dgm:cxn modelId="{E9739C60-DD83-49F1-90D3-AB0E7FFFD207}" type="presOf" srcId="{F4DF02E8-A5FF-45D7-AA20-7164BAC50490}" destId="{35A1100F-365F-41CE-A895-9B6450C2CB46}" srcOrd="0" destOrd="0" presId="urn:microsoft.com/office/officeart/2005/8/layout/default"/>
    <dgm:cxn modelId="{B56BB463-1490-49CC-AAA4-7728A3E9F926}" type="presOf" srcId="{94D477EA-8539-4A18-9E42-41764E5BBF08}" destId="{F3780545-D9A4-489A-9FB9-4123CC34996E}" srcOrd="0" destOrd="0" presId="urn:microsoft.com/office/officeart/2005/8/layout/default"/>
    <dgm:cxn modelId="{5D7BB54B-5804-4A2A-BE0A-2ECA3D37048F}" srcId="{F4DF02E8-A5FF-45D7-AA20-7164BAC50490}" destId="{DFC86532-320F-4EE5-9E3C-59C0BFBB32EB}" srcOrd="2" destOrd="0" parTransId="{53CC3C36-92B9-4FB8-9B8B-AF4D4195BA12}" sibTransId="{BB1E256E-CA07-467A-BE30-30F0444E001E}"/>
    <dgm:cxn modelId="{58390D71-CE1D-4C7E-805B-6D3D63383991}" type="presOf" srcId="{36902D9E-C297-4BAA-9A4C-61F3ABF7DDD4}" destId="{52C48B35-6C94-4FF5-B7C1-CB674F807CD3}" srcOrd="0" destOrd="0" presId="urn:microsoft.com/office/officeart/2005/8/layout/default"/>
    <dgm:cxn modelId="{D78FB5B8-E369-4945-BE24-489A5DDC6A8D}" srcId="{F4DF02E8-A5FF-45D7-AA20-7164BAC50490}" destId="{36902D9E-C297-4BAA-9A4C-61F3ABF7DDD4}" srcOrd="1" destOrd="0" parTransId="{AA978C23-3161-4544-AEEB-2F91D6C8C335}" sibTransId="{EF42C90B-BB9F-4CE5-8461-7CB55C6A817F}"/>
    <dgm:cxn modelId="{7CF6FEDE-3478-4C00-915B-CE3988966CE7}" srcId="{F4DF02E8-A5FF-45D7-AA20-7164BAC50490}" destId="{94D477EA-8539-4A18-9E42-41764E5BBF08}" srcOrd="3" destOrd="0" parTransId="{AC06EB5B-5C8D-4E0E-BA99-3075BC0D4B6A}" sibTransId="{92D9E089-C220-40C1-AD43-C938FF6FEDB5}"/>
    <dgm:cxn modelId="{2DB81AEE-F4F0-4F25-9013-76C972AB1C8B}" srcId="{F4DF02E8-A5FF-45D7-AA20-7164BAC50490}" destId="{D29296E3-F5A7-4387-9C4D-3B0E9D83EFB7}" srcOrd="0" destOrd="0" parTransId="{030166E5-7292-4EC8-A7CA-B37BED9BC090}" sibTransId="{58C734E9-B1A2-4F70-AA88-2F4110BC7CD4}"/>
    <dgm:cxn modelId="{00DF3AEE-6D1A-4B6B-BFB8-FDB0FABE8566}" type="presOf" srcId="{49A1A996-A77E-42CA-87C3-B4EECA18481B}" destId="{1A91D968-C2F3-4D53-A0B2-4B509AA08E58}" srcOrd="0" destOrd="0" presId="urn:microsoft.com/office/officeart/2005/8/layout/default"/>
    <dgm:cxn modelId="{EA0E62A1-29DE-49D8-A82D-89310FA95506}" type="presParOf" srcId="{35A1100F-365F-41CE-A895-9B6450C2CB46}" destId="{012A27D1-C020-4014-8E75-5C187F02EEAC}" srcOrd="0" destOrd="0" presId="urn:microsoft.com/office/officeart/2005/8/layout/default"/>
    <dgm:cxn modelId="{8308314A-A593-4BB9-B22D-126AA06FF344}" type="presParOf" srcId="{35A1100F-365F-41CE-A895-9B6450C2CB46}" destId="{88B28B6C-7DFC-44EF-91C5-1F8CB0104F1C}" srcOrd="1" destOrd="0" presId="urn:microsoft.com/office/officeart/2005/8/layout/default"/>
    <dgm:cxn modelId="{737FBAEF-CF11-416C-8174-A19A2594A07D}" type="presParOf" srcId="{35A1100F-365F-41CE-A895-9B6450C2CB46}" destId="{52C48B35-6C94-4FF5-B7C1-CB674F807CD3}" srcOrd="2" destOrd="0" presId="urn:microsoft.com/office/officeart/2005/8/layout/default"/>
    <dgm:cxn modelId="{32295DD8-66A1-46EE-B5B1-C78DC5C7A2CA}" type="presParOf" srcId="{35A1100F-365F-41CE-A895-9B6450C2CB46}" destId="{519C685B-8992-497B-936F-C48CFF4EA37C}" srcOrd="3" destOrd="0" presId="urn:microsoft.com/office/officeart/2005/8/layout/default"/>
    <dgm:cxn modelId="{C1010BA1-E5B6-4898-9634-80BAD5F1C039}" type="presParOf" srcId="{35A1100F-365F-41CE-A895-9B6450C2CB46}" destId="{B2E077F6-66CA-4349-B89C-D2FAFD8689C0}" srcOrd="4" destOrd="0" presId="urn:microsoft.com/office/officeart/2005/8/layout/default"/>
    <dgm:cxn modelId="{074A2B80-139F-4B98-AED8-2B7325FC7094}" type="presParOf" srcId="{35A1100F-365F-41CE-A895-9B6450C2CB46}" destId="{D5A5EB09-DA27-42AF-9FA2-3F9DAB087DF3}" srcOrd="5" destOrd="0" presId="urn:microsoft.com/office/officeart/2005/8/layout/default"/>
    <dgm:cxn modelId="{F7A0AC18-6D64-4AB6-B6A0-51FB0EEFE1E3}" type="presParOf" srcId="{35A1100F-365F-41CE-A895-9B6450C2CB46}" destId="{F3780545-D9A4-489A-9FB9-4123CC34996E}" srcOrd="6" destOrd="0" presId="urn:microsoft.com/office/officeart/2005/8/layout/default"/>
    <dgm:cxn modelId="{579F796B-A7E3-4170-8F3A-75C9E037A54F}" type="presParOf" srcId="{35A1100F-365F-41CE-A895-9B6450C2CB46}" destId="{D98D9A77-5DAF-44D5-89D2-A921C2136293}" srcOrd="7" destOrd="0" presId="urn:microsoft.com/office/officeart/2005/8/layout/default"/>
    <dgm:cxn modelId="{74A65FE2-8281-4D8B-A42A-6352638E7714}" type="presParOf" srcId="{35A1100F-365F-41CE-A895-9B6450C2CB46}" destId="{1A91D968-C2F3-4D53-A0B2-4B509AA08E58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CB3B791-A07B-4A84-80B1-4A0C5578ECE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B15399C3-A625-4381-8FA9-210CCA7F61A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Real-time monitoring Achieved</a:t>
          </a:r>
        </a:p>
        <a:p>
          <a:pPr>
            <a:lnSpc>
              <a:spcPct val="100000"/>
            </a:lnSpc>
            <a:defRPr cap="all"/>
          </a:pPr>
          <a:endParaRPr lang="en-US" dirty="0"/>
        </a:p>
      </dgm:t>
    </dgm:pt>
    <dgm:pt modelId="{CBE5032F-E964-4156-813C-E484778E0D4B}" type="parTrans" cxnId="{0C79BCDE-FE08-45F6-93AB-100F624E47D8}">
      <dgm:prSet/>
      <dgm:spPr/>
      <dgm:t>
        <a:bodyPr/>
        <a:lstStyle/>
        <a:p>
          <a:endParaRPr lang="en-US"/>
        </a:p>
      </dgm:t>
    </dgm:pt>
    <dgm:pt modelId="{6F2580F9-F462-4E15-B9FD-B51EDBD3E823}" type="sibTrans" cxnId="{0C79BCDE-FE08-45F6-93AB-100F624E47D8}">
      <dgm:prSet/>
      <dgm:spPr/>
      <dgm:t>
        <a:bodyPr/>
        <a:lstStyle/>
        <a:p>
          <a:endParaRPr lang="en-US"/>
        </a:p>
      </dgm:t>
    </dgm:pt>
    <dgm:pt modelId="{113A7A48-2020-4032-B8B0-05150F2CB8E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Fog reduces latency</a:t>
          </a:r>
        </a:p>
      </dgm:t>
    </dgm:pt>
    <dgm:pt modelId="{DB9D502C-2505-496B-9FEF-BD2CCE0104F7}" type="parTrans" cxnId="{DA32F52A-628A-4009-A87A-718AD5A33EDA}">
      <dgm:prSet/>
      <dgm:spPr/>
      <dgm:t>
        <a:bodyPr/>
        <a:lstStyle/>
        <a:p>
          <a:endParaRPr lang="en-US"/>
        </a:p>
      </dgm:t>
    </dgm:pt>
    <dgm:pt modelId="{68D9AA8A-0E92-4370-ABC6-A470108157AD}" type="sibTrans" cxnId="{DA32F52A-628A-4009-A87A-718AD5A33EDA}">
      <dgm:prSet/>
      <dgm:spPr/>
      <dgm:t>
        <a:bodyPr/>
        <a:lstStyle/>
        <a:p>
          <a:endParaRPr lang="en-US"/>
        </a:p>
      </dgm:t>
    </dgm:pt>
    <dgm:pt modelId="{9FA84B32-91B4-45AE-B89F-0DEEA11D5B2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Cloud ensures scalability</a:t>
          </a:r>
        </a:p>
      </dgm:t>
    </dgm:pt>
    <dgm:pt modelId="{9AAAC56E-F2FF-4FB5-9C35-6D4753218E0C}" type="parTrans" cxnId="{2F32E2E2-C725-4A35-B3D9-D9458010F522}">
      <dgm:prSet/>
      <dgm:spPr/>
      <dgm:t>
        <a:bodyPr/>
        <a:lstStyle/>
        <a:p>
          <a:endParaRPr lang="en-US"/>
        </a:p>
      </dgm:t>
    </dgm:pt>
    <dgm:pt modelId="{E356F4BE-3F43-4E02-9125-0A3BCF49E40B}" type="sibTrans" cxnId="{2F32E2E2-C725-4A35-B3D9-D9458010F522}">
      <dgm:prSet/>
      <dgm:spPr/>
      <dgm:t>
        <a:bodyPr/>
        <a:lstStyle/>
        <a:p>
          <a:endParaRPr lang="en-US"/>
        </a:p>
      </dgm:t>
    </dgm:pt>
    <dgm:pt modelId="{AB6FFAA4-355D-46F3-ACFF-B53952BFB92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Future: ML integration, real sensors, mobile app</a:t>
          </a:r>
        </a:p>
      </dgm:t>
    </dgm:pt>
    <dgm:pt modelId="{7D3A07E2-40F9-43CC-9219-2ADCB005A62A}" type="parTrans" cxnId="{ACAD4AA0-D1FD-424A-AB84-386B81786505}">
      <dgm:prSet/>
      <dgm:spPr/>
      <dgm:t>
        <a:bodyPr/>
        <a:lstStyle/>
        <a:p>
          <a:endParaRPr lang="en-US"/>
        </a:p>
      </dgm:t>
    </dgm:pt>
    <dgm:pt modelId="{80AB2DFE-B6A3-4D1D-94A6-A82615A86F81}" type="sibTrans" cxnId="{ACAD4AA0-D1FD-424A-AB84-386B81786505}">
      <dgm:prSet/>
      <dgm:spPr/>
      <dgm:t>
        <a:bodyPr/>
        <a:lstStyle/>
        <a:p>
          <a:endParaRPr lang="en-US"/>
        </a:p>
      </dgm:t>
    </dgm:pt>
    <dgm:pt modelId="{ABB07E1C-7078-45D4-A23E-B77D38B1F235}" type="pres">
      <dgm:prSet presAssocID="{DCB3B791-A07B-4A84-80B1-4A0C5578ECE9}" presName="root" presStyleCnt="0">
        <dgm:presLayoutVars>
          <dgm:dir/>
          <dgm:resizeHandles val="exact"/>
        </dgm:presLayoutVars>
      </dgm:prSet>
      <dgm:spPr/>
    </dgm:pt>
    <dgm:pt modelId="{9C3004C2-8DED-4853-B803-B00097E8B71C}" type="pres">
      <dgm:prSet presAssocID="{B15399C3-A625-4381-8FA9-210CCA7F61A5}" presName="compNode" presStyleCnt="0"/>
      <dgm:spPr/>
    </dgm:pt>
    <dgm:pt modelId="{924E5B91-771E-4671-8CB2-7567DA22730D}" type="pres">
      <dgm:prSet presAssocID="{B15399C3-A625-4381-8FA9-210CCA7F61A5}" presName="iconBgRect" presStyleLbl="bgShp" presStyleIdx="0" presStyleCnt="4"/>
      <dgm:spPr/>
    </dgm:pt>
    <dgm:pt modelId="{9E486B95-78B0-47F4-9CC1-74B88243D56C}" type="pres">
      <dgm:prSet presAssocID="{B15399C3-A625-4381-8FA9-210CCA7F61A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ED2C86A6-69A7-45C8-943E-E9CF1B5E62AB}" type="pres">
      <dgm:prSet presAssocID="{B15399C3-A625-4381-8FA9-210CCA7F61A5}" presName="spaceRect" presStyleCnt="0"/>
      <dgm:spPr/>
    </dgm:pt>
    <dgm:pt modelId="{7626E585-87A4-45A8-A14C-C2E743E6C83B}" type="pres">
      <dgm:prSet presAssocID="{B15399C3-A625-4381-8FA9-210CCA7F61A5}" presName="textRect" presStyleLbl="revTx" presStyleIdx="0" presStyleCnt="4">
        <dgm:presLayoutVars>
          <dgm:chMax val="1"/>
          <dgm:chPref val="1"/>
        </dgm:presLayoutVars>
      </dgm:prSet>
      <dgm:spPr/>
    </dgm:pt>
    <dgm:pt modelId="{AD144C27-BDBA-42E5-B15C-FB6C55826404}" type="pres">
      <dgm:prSet presAssocID="{6F2580F9-F462-4E15-B9FD-B51EDBD3E823}" presName="sibTrans" presStyleCnt="0"/>
      <dgm:spPr/>
    </dgm:pt>
    <dgm:pt modelId="{1E8290B7-6638-4D23-A883-25EF89D2A338}" type="pres">
      <dgm:prSet presAssocID="{113A7A48-2020-4032-B8B0-05150F2CB8E2}" presName="compNode" presStyleCnt="0"/>
      <dgm:spPr/>
    </dgm:pt>
    <dgm:pt modelId="{F2BCA806-6EC9-47A2-BF0F-787C6EC0B90D}" type="pres">
      <dgm:prSet presAssocID="{113A7A48-2020-4032-B8B0-05150F2CB8E2}" presName="iconBgRect" presStyleLbl="bgShp" presStyleIdx="1" presStyleCnt="4"/>
      <dgm:spPr/>
    </dgm:pt>
    <dgm:pt modelId="{7C0116F0-323E-4376-B66C-7E8CE55235A0}" type="pres">
      <dgm:prSet presAssocID="{113A7A48-2020-4032-B8B0-05150F2CB8E2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A9C9E7B9-2C21-4CD0-B1F2-34914D307855}" type="pres">
      <dgm:prSet presAssocID="{113A7A48-2020-4032-B8B0-05150F2CB8E2}" presName="spaceRect" presStyleCnt="0"/>
      <dgm:spPr/>
    </dgm:pt>
    <dgm:pt modelId="{DEA9BD7E-BDAE-4397-B6D1-5CEC7EE0B61A}" type="pres">
      <dgm:prSet presAssocID="{113A7A48-2020-4032-B8B0-05150F2CB8E2}" presName="textRect" presStyleLbl="revTx" presStyleIdx="1" presStyleCnt="4">
        <dgm:presLayoutVars>
          <dgm:chMax val="1"/>
          <dgm:chPref val="1"/>
        </dgm:presLayoutVars>
      </dgm:prSet>
      <dgm:spPr/>
    </dgm:pt>
    <dgm:pt modelId="{114C6FFA-031E-40BA-AFC7-A9A22066209E}" type="pres">
      <dgm:prSet presAssocID="{68D9AA8A-0E92-4370-ABC6-A470108157AD}" presName="sibTrans" presStyleCnt="0"/>
      <dgm:spPr/>
    </dgm:pt>
    <dgm:pt modelId="{043273C3-D7A6-4EA5-AF75-643549605CC5}" type="pres">
      <dgm:prSet presAssocID="{9FA84B32-91B4-45AE-B89F-0DEEA11D5B2E}" presName="compNode" presStyleCnt="0"/>
      <dgm:spPr/>
    </dgm:pt>
    <dgm:pt modelId="{2B912223-7095-4676-9190-161AB98D685B}" type="pres">
      <dgm:prSet presAssocID="{9FA84B32-91B4-45AE-B89F-0DEEA11D5B2E}" presName="iconBgRect" presStyleLbl="bgShp" presStyleIdx="2" presStyleCnt="4"/>
      <dgm:spPr/>
    </dgm:pt>
    <dgm:pt modelId="{D8D7D78A-2685-4C25-87D4-63728B08412D}" type="pres">
      <dgm:prSet presAssocID="{9FA84B32-91B4-45AE-B89F-0DEEA11D5B2E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 from cloud"/>
        </a:ext>
      </dgm:extLst>
    </dgm:pt>
    <dgm:pt modelId="{63DAA55D-375D-4404-9E94-CE0A9603953B}" type="pres">
      <dgm:prSet presAssocID="{9FA84B32-91B4-45AE-B89F-0DEEA11D5B2E}" presName="spaceRect" presStyleCnt="0"/>
      <dgm:spPr/>
    </dgm:pt>
    <dgm:pt modelId="{F3C5D372-9E9B-4AE2-BE10-4ACDD97C2AB6}" type="pres">
      <dgm:prSet presAssocID="{9FA84B32-91B4-45AE-B89F-0DEEA11D5B2E}" presName="textRect" presStyleLbl="revTx" presStyleIdx="2" presStyleCnt="4">
        <dgm:presLayoutVars>
          <dgm:chMax val="1"/>
          <dgm:chPref val="1"/>
        </dgm:presLayoutVars>
      </dgm:prSet>
      <dgm:spPr/>
    </dgm:pt>
    <dgm:pt modelId="{5F278592-D661-4F66-B7A6-A79B3BF42DB2}" type="pres">
      <dgm:prSet presAssocID="{E356F4BE-3F43-4E02-9125-0A3BCF49E40B}" presName="sibTrans" presStyleCnt="0"/>
      <dgm:spPr/>
    </dgm:pt>
    <dgm:pt modelId="{C70BE577-1775-4E1C-88E5-1B94BACBB1EC}" type="pres">
      <dgm:prSet presAssocID="{AB6FFAA4-355D-46F3-ACFF-B53952BFB92F}" presName="compNode" presStyleCnt="0"/>
      <dgm:spPr/>
    </dgm:pt>
    <dgm:pt modelId="{4EC363CC-7B0E-4DDA-920D-892884C7E126}" type="pres">
      <dgm:prSet presAssocID="{AB6FFAA4-355D-46F3-ACFF-B53952BFB92F}" presName="iconBgRect" presStyleLbl="bgShp" presStyleIdx="3" presStyleCnt="4"/>
      <dgm:spPr/>
    </dgm:pt>
    <dgm:pt modelId="{B37DFDE8-3B37-4C43-935D-7B79B6C162B7}" type="pres">
      <dgm:prSet presAssocID="{AB6FFAA4-355D-46F3-ACFF-B53952BFB92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949F8F03-2FD3-4FC2-B055-FDBFC0454254}" type="pres">
      <dgm:prSet presAssocID="{AB6FFAA4-355D-46F3-ACFF-B53952BFB92F}" presName="spaceRect" presStyleCnt="0"/>
      <dgm:spPr/>
    </dgm:pt>
    <dgm:pt modelId="{E8C77AFC-5F23-439D-9DE4-26103CC0F43D}" type="pres">
      <dgm:prSet presAssocID="{AB6FFAA4-355D-46F3-ACFF-B53952BFB92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CF6FA24-5CDE-4EBB-8A3E-4C0622528333}" type="presOf" srcId="{113A7A48-2020-4032-B8B0-05150F2CB8E2}" destId="{DEA9BD7E-BDAE-4397-B6D1-5CEC7EE0B61A}" srcOrd="0" destOrd="0" presId="urn:microsoft.com/office/officeart/2018/5/layout/IconCircleLabelList"/>
    <dgm:cxn modelId="{DA32F52A-628A-4009-A87A-718AD5A33EDA}" srcId="{DCB3B791-A07B-4A84-80B1-4A0C5578ECE9}" destId="{113A7A48-2020-4032-B8B0-05150F2CB8E2}" srcOrd="1" destOrd="0" parTransId="{DB9D502C-2505-496B-9FEF-BD2CCE0104F7}" sibTransId="{68D9AA8A-0E92-4370-ABC6-A470108157AD}"/>
    <dgm:cxn modelId="{86F7B45E-B3CA-44C0-977E-EEB83458DCD0}" type="presOf" srcId="{B15399C3-A625-4381-8FA9-210CCA7F61A5}" destId="{7626E585-87A4-45A8-A14C-C2E743E6C83B}" srcOrd="0" destOrd="0" presId="urn:microsoft.com/office/officeart/2018/5/layout/IconCircleLabelList"/>
    <dgm:cxn modelId="{76B0D74D-0A73-4161-9CA1-295D3B9DFD35}" type="presOf" srcId="{DCB3B791-A07B-4A84-80B1-4A0C5578ECE9}" destId="{ABB07E1C-7078-45D4-A23E-B77D38B1F235}" srcOrd="0" destOrd="0" presId="urn:microsoft.com/office/officeart/2018/5/layout/IconCircleLabelList"/>
    <dgm:cxn modelId="{ACAD4AA0-D1FD-424A-AB84-386B81786505}" srcId="{DCB3B791-A07B-4A84-80B1-4A0C5578ECE9}" destId="{AB6FFAA4-355D-46F3-ACFF-B53952BFB92F}" srcOrd="3" destOrd="0" parTransId="{7D3A07E2-40F9-43CC-9219-2ADCB005A62A}" sibTransId="{80AB2DFE-B6A3-4D1D-94A6-A82615A86F81}"/>
    <dgm:cxn modelId="{0C79BCDE-FE08-45F6-93AB-100F624E47D8}" srcId="{DCB3B791-A07B-4A84-80B1-4A0C5578ECE9}" destId="{B15399C3-A625-4381-8FA9-210CCA7F61A5}" srcOrd="0" destOrd="0" parTransId="{CBE5032F-E964-4156-813C-E484778E0D4B}" sibTransId="{6F2580F9-F462-4E15-B9FD-B51EDBD3E823}"/>
    <dgm:cxn modelId="{938BD7DE-F9A6-4951-ACBE-12942F9E9AAA}" type="presOf" srcId="{9FA84B32-91B4-45AE-B89F-0DEEA11D5B2E}" destId="{F3C5D372-9E9B-4AE2-BE10-4ACDD97C2AB6}" srcOrd="0" destOrd="0" presId="urn:microsoft.com/office/officeart/2018/5/layout/IconCircleLabelList"/>
    <dgm:cxn modelId="{2F32E2E2-C725-4A35-B3D9-D9458010F522}" srcId="{DCB3B791-A07B-4A84-80B1-4A0C5578ECE9}" destId="{9FA84B32-91B4-45AE-B89F-0DEEA11D5B2E}" srcOrd="2" destOrd="0" parTransId="{9AAAC56E-F2FF-4FB5-9C35-6D4753218E0C}" sibTransId="{E356F4BE-3F43-4E02-9125-0A3BCF49E40B}"/>
    <dgm:cxn modelId="{32F58EF5-D504-42B0-BB36-FBA050B0E656}" type="presOf" srcId="{AB6FFAA4-355D-46F3-ACFF-B53952BFB92F}" destId="{E8C77AFC-5F23-439D-9DE4-26103CC0F43D}" srcOrd="0" destOrd="0" presId="urn:microsoft.com/office/officeart/2018/5/layout/IconCircleLabelList"/>
    <dgm:cxn modelId="{3700CF36-9AA7-4533-AA82-9CDE098C3862}" type="presParOf" srcId="{ABB07E1C-7078-45D4-A23E-B77D38B1F235}" destId="{9C3004C2-8DED-4853-B803-B00097E8B71C}" srcOrd="0" destOrd="0" presId="urn:microsoft.com/office/officeart/2018/5/layout/IconCircleLabelList"/>
    <dgm:cxn modelId="{373A3579-3362-4A91-A83B-7454CB4D8058}" type="presParOf" srcId="{9C3004C2-8DED-4853-B803-B00097E8B71C}" destId="{924E5B91-771E-4671-8CB2-7567DA22730D}" srcOrd="0" destOrd="0" presId="urn:microsoft.com/office/officeart/2018/5/layout/IconCircleLabelList"/>
    <dgm:cxn modelId="{588524DB-3EA2-43D6-B2D4-5A0979B538F5}" type="presParOf" srcId="{9C3004C2-8DED-4853-B803-B00097E8B71C}" destId="{9E486B95-78B0-47F4-9CC1-74B88243D56C}" srcOrd="1" destOrd="0" presId="urn:microsoft.com/office/officeart/2018/5/layout/IconCircleLabelList"/>
    <dgm:cxn modelId="{831A43F7-7BDC-411B-8B7E-4E59B66594A6}" type="presParOf" srcId="{9C3004C2-8DED-4853-B803-B00097E8B71C}" destId="{ED2C86A6-69A7-45C8-943E-E9CF1B5E62AB}" srcOrd="2" destOrd="0" presId="urn:microsoft.com/office/officeart/2018/5/layout/IconCircleLabelList"/>
    <dgm:cxn modelId="{B137B362-FE1F-4330-8EF4-F0F91C7430F4}" type="presParOf" srcId="{9C3004C2-8DED-4853-B803-B00097E8B71C}" destId="{7626E585-87A4-45A8-A14C-C2E743E6C83B}" srcOrd="3" destOrd="0" presId="urn:microsoft.com/office/officeart/2018/5/layout/IconCircleLabelList"/>
    <dgm:cxn modelId="{0E53B25B-EC97-46A5-9B7F-ED8216349F30}" type="presParOf" srcId="{ABB07E1C-7078-45D4-A23E-B77D38B1F235}" destId="{AD144C27-BDBA-42E5-B15C-FB6C55826404}" srcOrd="1" destOrd="0" presId="urn:microsoft.com/office/officeart/2018/5/layout/IconCircleLabelList"/>
    <dgm:cxn modelId="{B2F6717D-747C-4056-A000-B257E3238986}" type="presParOf" srcId="{ABB07E1C-7078-45D4-A23E-B77D38B1F235}" destId="{1E8290B7-6638-4D23-A883-25EF89D2A338}" srcOrd="2" destOrd="0" presId="urn:microsoft.com/office/officeart/2018/5/layout/IconCircleLabelList"/>
    <dgm:cxn modelId="{F0E51FA3-3AF9-43B6-A3CC-9110676640A0}" type="presParOf" srcId="{1E8290B7-6638-4D23-A883-25EF89D2A338}" destId="{F2BCA806-6EC9-47A2-BF0F-787C6EC0B90D}" srcOrd="0" destOrd="0" presId="urn:microsoft.com/office/officeart/2018/5/layout/IconCircleLabelList"/>
    <dgm:cxn modelId="{9A3768AE-9786-4983-80D1-22566001C9F7}" type="presParOf" srcId="{1E8290B7-6638-4D23-A883-25EF89D2A338}" destId="{7C0116F0-323E-4376-B66C-7E8CE55235A0}" srcOrd="1" destOrd="0" presId="urn:microsoft.com/office/officeart/2018/5/layout/IconCircleLabelList"/>
    <dgm:cxn modelId="{50F24FDE-CD4C-4411-AEC1-72432FF3111D}" type="presParOf" srcId="{1E8290B7-6638-4D23-A883-25EF89D2A338}" destId="{A9C9E7B9-2C21-4CD0-B1F2-34914D307855}" srcOrd="2" destOrd="0" presId="urn:microsoft.com/office/officeart/2018/5/layout/IconCircleLabelList"/>
    <dgm:cxn modelId="{5F3862D8-DE41-4E42-90F8-558A93A448FD}" type="presParOf" srcId="{1E8290B7-6638-4D23-A883-25EF89D2A338}" destId="{DEA9BD7E-BDAE-4397-B6D1-5CEC7EE0B61A}" srcOrd="3" destOrd="0" presId="urn:microsoft.com/office/officeart/2018/5/layout/IconCircleLabelList"/>
    <dgm:cxn modelId="{A0F141AB-8E93-4FC7-A048-E465893DF6D1}" type="presParOf" srcId="{ABB07E1C-7078-45D4-A23E-B77D38B1F235}" destId="{114C6FFA-031E-40BA-AFC7-A9A22066209E}" srcOrd="3" destOrd="0" presId="urn:microsoft.com/office/officeart/2018/5/layout/IconCircleLabelList"/>
    <dgm:cxn modelId="{FECCFC50-3B2A-4573-828F-7D371912D53F}" type="presParOf" srcId="{ABB07E1C-7078-45D4-A23E-B77D38B1F235}" destId="{043273C3-D7A6-4EA5-AF75-643549605CC5}" srcOrd="4" destOrd="0" presId="urn:microsoft.com/office/officeart/2018/5/layout/IconCircleLabelList"/>
    <dgm:cxn modelId="{8E7BD37D-8D9B-4063-B756-6EA8CE34F2B4}" type="presParOf" srcId="{043273C3-D7A6-4EA5-AF75-643549605CC5}" destId="{2B912223-7095-4676-9190-161AB98D685B}" srcOrd="0" destOrd="0" presId="urn:microsoft.com/office/officeart/2018/5/layout/IconCircleLabelList"/>
    <dgm:cxn modelId="{F83C9CA7-9E38-4FF0-8F37-56EC473D7C05}" type="presParOf" srcId="{043273C3-D7A6-4EA5-AF75-643549605CC5}" destId="{D8D7D78A-2685-4C25-87D4-63728B08412D}" srcOrd="1" destOrd="0" presId="urn:microsoft.com/office/officeart/2018/5/layout/IconCircleLabelList"/>
    <dgm:cxn modelId="{931F6294-5FFD-437E-B725-B4856EC03DA1}" type="presParOf" srcId="{043273C3-D7A6-4EA5-AF75-643549605CC5}" destId="{63DAA55D-375D-4404-9E94-CE0A9603953B}" srcOrd="2" destOrd="0" presId="urn:microsoft.com/office/officeart/2018/5/layout/IconCircleLabelList"/>
    <dgm:cxn modelId="{6C5624F3-4E55-4181-BF7D-59D56F060F75}" type="presParOf" srcId="{043273C3-D7A6-4EA5-AF75-643549605CC5}" destId="{F3C5D372-9E9B-4AE2-BE10-4ACDD97C2AB6}" srcOrd="3" destOrd="0" presId="urn:microsoft.com/office/officeart/2018/5/layout/IconCircleLabelList"/>
    <dgm:cxn modelId="{9A40F0A9-64B4-419F-8CFB-9C57CE324A10}" type="presParOf" srcId="{ABB07E1C-7078-45D4-A23E-B77D38B1F235}" destId="{5F278592-D661-4F66-B7A6-A79B3BF42DB2}" srcOrd="5" destOrd="0" presId="urn:microsoft.com/office/officeart/2018/5/layout/IconCircleLabelList"/>
    <dgm:cxn modelId="{30F87CBB-C979-43B9-8592-D41A6E0AFBEA}" type="presParOf" srcId="{ABB07E1C-7078-45D4-A23E-B77D38B1F235}" destId="{C70BE577-1775-4E1C-88E5-1B94BACBB1EC}" srcOrd="6" destOrd="0" presId="urn:microsoft.com/office/officeart/2018/5/layout/IconCircleLabelList"/>
    <dgm:cxn modelId="{B16E3F8E-077C-405D-92F2-07E21741FF64}" type="presParOf" srcId="{C70BE577-1775-4E1C-88E5-1B94BACBB1EC}" destId="{4EC363CC-7B0E-4DDA-920D-892884C7E126}" srcOrd="0" destOrd="0" presId="urn:microsoft.com/office/officeart/2018/5/layout/IconCircleLabelList"/>
    <dgm:cxn modelId="{FFE31529-CB2E-48BA-8F8C-BAD14AA7128E}" type="presParOf" srcId="{C70BE577-1775-4E1C-88E5-1B94BACBB1EC}" destId="{B37DFDE8-3B37-4C43-935D-7B79B6C162B7}" srcOrd="1" destOrd="0" presId="urn:microsoft.com/office/officeart/2018/5/layout/IconCircleLabelList"/>
    <dgm:cxn modelId="{05909783-DD35-48F9-865C-8048D46CCAD3}" type="presParOf" srcId="{C70BE577-1775-4E1C-88E5-1B94BACBB1EC}" destId="{949F8F03-2FD3-4FC2-B055-FDBFC0454254}" srcOrd="2" destOrd="0" presId="urn:microsoft.com/office/officeart/2018/5/layout/IconCircleLabelList"/>
    <dgm:cxn modelId="{5198B5C1-CB0E-49B9-858C-BC28A533E916}" type="presParOf" srcId="{C70BE577-1775-4E1C-88E5-1B94BACBB1EC}" destId="{E8C77AFC-5F23-439D-9DE4-26103CC0F43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2A27D1-C020-4014-8E75-5C187F02EEAC}">
      <dsp:nvSpPr>
        <dsp:cNvPr id="0" name=""/>
        <dsp:cNvSpPr/>
      </dsp:nvSpPr>
      <dsp:spPr>
        <a:xfrm>
          <a:off x="582" y="929106"/>
          <a:ext cx="2273699" cy="13642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Real-time farm monitoring</a:t>
          </a:r>
        </a:p>
      </dsp:txBody>
      <dsp:txXfrm>
        <a:off x="582" y="929106"/>
        <a:ext cx="2273699" cy="1364219"/>
      </dsp:txXfrm>
    </dsp:sp>
    <dsp:sp modelId="{52C48B35-6C94-4FF5-B7C1-CB674F807CD3}">
      <dsp:nvSpPr>
        <dsp:cNvPr id="0" name=""/>
        <dsp:cNvSpPr/>
      </dsp:nvSpPr>
      <dsp:spPr>
        <a:xfrm>
          <a:off x="2501652" y="929106"/>
          <a:ext cx="2273699" cy="136421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Use multiple sensors</a:t>
          </a:r>
        </a:p>
      </dsp:txBody>
      <dsp:txXfrm>
        <a:off x="2501652" y="929106"/>
        <a:ext cx="2273699" cy="1364219"/>
      </dsp:txXfrm>
    </dsp:sp>
    <dsp:sp modelId="{B2E077F6-66CA-4349-B89C-D2FAFD8689C0}">
      <dsp:nvSpPr>
        <dsp:cNvPr id="0" name=""/>
        <dsp:cNvSpPr/>
      </dsp:nvSpPr>
      <dsp:spPr>
        <a:xfrm>
          <a:off x="582" y="2520696"/>
          <a:ext cx="2273699" cy="136421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Early disease detection</a:t>
          </a:r>
        </a:p>
      </dsp:txBody>
      <dsp:txXfrm>
        <a:off x="582" y="2520696"/>
        <a:ext cx="2273699" cy="1364219"/>
      </dsp:txXfrm>
    </dsp:sp>
    <dsp:sp modelId="{F3780545-D9A4-489A-9FB9-4123CC34996E}">
      <dsp:nvSpPr>
        <dsp:cNvPr id="0" name=""/>
        <dsp:cNvSpPr/>
      </dsp:nvSpPr>
      <dsp:spPr>
        <a:xfrm>
          <a:off x="2501652" y="2520696"/>
          <a:ext cx="2273699" cy="136421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Scalable cloud solution</a:t>
          </a:r>
        </a:p>
      </dsp:txBody>
      <dsp:txXfrm>
        <a:off x="2501652" y="2520696"/>
        <a:ext cx="2273699" cy="1364219"/>
      </dsp:txXfrm>
    </dsp:sp>
    <dsp:sp modelId="{1A91D968-C2F3-4D53-A0B2-4B509AA08E58}">
      <dsp:nvSpPr>
        <dsp:cNvPr id="0" name=""/>
        <dsp:cNvSpPr/>
      </dsp:nvSpPr>
      <dsp:spPr>
        <a:xfrm>
          <a:off x="1251117" y="4112286"/>
          <a:ext cx="2273699" cy="13642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User friendly dashboard</a:t>
          </a:r>
        </a:p>
      </dsp:txBody>
      <dsp:txXfrm>
        <a:off x="1251117" y="4112286"/>
        <a:ext cx="2273699" cy="13642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4E5B91-771E-4671-8CB2-7567DA22730D}">
      <dsp:nvSpPr>
        <dsp:cNvPr id="0" name=""/>
        <dsp:cNvSpPr/>
      </dsp:nvSpPr>
      <dsp:spPr>
        <a:xfrm>
          <a:off x="449464" y="473714"/>
          <a:ext cx="1324915" cy="1324915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486B95-78B0-47F4-9CC1-74B88243D56C}">
      <dsp:nvSpPr>
        <dsp:cNvPr id="0" name=""/>
        <dsp:cNvSpPr/>
      </dsp:nvSpPr>
      <dsp:spPr>
        <a:xfrm>
          <a:off x="731823" y="756072"/>
          <a:ext cx="760197" cy="7601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26E585-87A4-45A8-A14C-C2E743E6C83B}">
      <dsp:nvSpPr>
        <dsp:cNvPr id="0" name=""/>
        <dsp:cNvSpPr/>
      </dsp:nvSpPr>
      <dsp:spPr>
        <a:xfrm>
          <a:off x="25926" y="2211307"/>
          <a:ext cx="217199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Real-time monitoring Achieved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endParaRPr lang="en-US" sz="1300" kern="1200" dirty="0"/>
        </a:p>
      </dsp:txBody>
      <dsp:txXfrm>
        <a:off x="25926" y="2211307"/>
        <a:ext cx="2171991" cy="720000"/>
      </dsp:txXfrm>
    </dsp:sp>
    <dsp:sp modelId="{F2BCA806-6EC9-47A2-BF0F-787C6EC0B90D}">
      <dsp:nvSpPr>
        <dsp:cNvPr id="0" name=""/>
        <dsp:cNvSpPr/>
      </dsp:nvSpPr>
      <dsp:spPr>
        <a:xfrm>
          <a:off x="3001555" y="473714"/>
          <a:ext cx="1324915" cy="1324915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0116F0-323E-4376-B66C-7E8CE55235A0}">
      <dsp:nvSpPr>
        <dsp:cNvPr id="0" name=""/>
        <dsp:cNvSpPr/>
      </dsp:nvSpPr>
      <dsp:spPr>
        <a:xfrm>
          <a:off x="3283914" y="756072"/>
          <a:ext cx="760197" cy="7601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A9BD7E-BDAE-4397-B6D1-5CEC7EE0B61A}">
      <dsp:nvSpPr>
        <dsp:cNvPr id="0" name=""/>
        <dsp:cNvSpPr/>
      </dsp:nvSpPr>
      <dsp:spPr>
        <a:xfrm>
          <a:off x="2578016" y="2211307"/>
          <a:ext cx="217199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Fog reduces latency</a:t>
          </a:r>
        </a:p>
      </dsp:txBody>
      <dsp:txXfrm>
        <a:off x="2578016" y="2211307"/>
        <a:ext cx="2171991" cy="720000"/>
      </dsp:txXfrm>
    </dsp:sp>
    <dsp:sp modelId="{2B912223-7095-4676-9190-161AB98D685B}">
      <dsp:nvSpPr>
        <dsp:cNvPr id="0" name=""/>
        <dsp:cNvSpPr/>
      </dsp:nvSpPr>
      <dsp:spPr>
        <a:xfrm>
          <a:off x="449464" y="3474305"/>
          <a:ext cx="1324915" cy="1324915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D7D78A-2685-4C25-87D4-63728B08412D}">
      <dsp:nvSpPr>
        <dsp:cNvPr id="0" name=""/>
        <dsp:cNvSpPr/>
      </dsp:nvSpPr>
      <dsp:spPr>
        <a:xfrm>
          <a:off x="731823" y="3756664"/>
          <a:ext cx="760197" cy="7601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C5D372-9E9B-4AE2-BE10-4ACDD97C2AB6}">
      <dsp:nvSpPr>
        <dsp:cNvPr id="0" name=""/>
        <dsp:cNvSpPr/>
      </dsp:nvSpPr>
      <dsp:spPr>
        <a:xfrm>
          <a:off x="25926" y="5211898"/>
          <a:ext cx="217199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Cloud ensures scalability</a:t>
          </a:r>
        </a:p>
      </dsp:txBody>
      <dsp:txXfrm>
        <a:off x="25926" y="5211898"/>
        <a:ext cx="2171991" cy="720000"/>
      </dsp:txXfrm>
    </dsp:sp>
    <dsp:sp modelId="{4EC363CC-7B0E-4DDA-920D-892884C7E126}">
      <dsp:nvSpPr>
        <dsp:cNvPr id="0" name=""/>
        <dsp:cNvSpPr/>
      </dsp:nvSpPr>
      <dsp:spPr>
        <a:xfrm>
          <a:off x="3001555" y="3474305"/>
          <a:ext cx="1324915" cy="1324915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7DFDE8-3B37-4C43-935D-7B79B6C162B7}">
      <dsp:nvSpPr>
        <dsp:cNvPr id="0" name=""/>
        <dsp:cNvSpPr/>
      </dsp:nvSpPr>
      <dsp:spPr>
        <a:xfrm>
          <a:off x="3283914" y="3756664"/>
          <a:ext cx="760197" cy="7601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C77AFC-5F23-439D-9DE4-26103CC0F43D}">
      <dsp:nvSpPr>
        <dsp:cNvPr id="0" name=""/>
        <dsp:cNvSpPr/>
      </dsp:nvSpPr>
      <dsp:spPr>
        <a:xfrm>
          <a:off x="2578016" y="5211898"/>
          <a:ext cx="217199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Future: ML integration, real sensors, mobile app</a:t>
          </a:r>
        </a:p>
      </dsp:txBody>
      <dsp:txXfrm>
        <a:off x="2578016" y="5211898"/>
        <a:ext cx="2171991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Slide Background Fill">
            <a:extLst>
              <a:ext uri="{FF2B5EF4-FFF2-40B4-BE49-F238E27FC236}">
                <a16:creationId xmlns:a16="http://schemas.microsoft.com/office/drawing/2014/main" id="{03AF1C04-3FEF-41BD-BB84-2F263765B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DD5E267-EB6F-47DF-ABEF-2C1BED44D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36" y="0"/>
            <a:ext cx="9141711" cy="6858000"/>
            <a:chOff x="-2848" y="0"/>
            <a:chExt cx="12188949" cy="6858000"/>
          </a:xfrm>
        </p:grpSpPr>
        <p:sp>
          <p:nvSpPr>
            <p:cNvPr id="40" name="Color Cover">
              <a:extLst>
                <a:ext uri="{FF2B5EF4-FFF2-40B4-BE49-F238E27FC236}">
                  <a16:creationId xmlns:a16="http://schemas.microsoft.com/office/drawing/2014/main" id="{4BA86AA3-0623-4268-861E-ADA01A7C07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Color Cover">
              <a:extLst>
                <a:ext uri="{FF2B5EF4-FFF2-40B4-BE49-F238E27FC236}">
                  <a16:creationId xmlns:a16="http://schemas.microsoft.com/office/drawing/2014/main" id="{72692EF2-4C1F-4ED7-9C00-6CF92783E2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6828D02-A05D-412B-9F20-B68E970B9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8459" y="598259"/>
            <a:ext cx="8167081" cy="5680742"/>
            <a:chOff x="651279" y="598259"/>
            <a:chExt cx="10889442" cy="5680742"/>
          </a:xfrm>
        </p:grpSpPr>
        <p:sp>
          <p:nvSpPr>
            <p:cNvPr id="44" name="Color">
              <a:extLst>
                <a:ext uri="{FF2B5EF4-FFF2-40B4-BE49-F238E27FC236}">
                  <a16:creationId xmlns:a16="http://schemas.microsoft.com/office/drawing/2014/main" id="{A1A8E50E-11DE-480E-A93B-F503760BCC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Color">
              <a:extLst>
                <a:ext uri="{FF2B5EF4-FFF2-40B4-BE49-F238E27FC236}">
                  <a16:creationId xmlns:a16="http://schemas.microsoft.com/office/drawing/2014/main" id="{D2E2EE99-89A4-435B-B61A-3C8B5B2B2D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phic 6" descr="Cloud">
            <a:extLst>
              <a:ext uri="{FF2B5EF4-FFF2-40B4-BE49-F238E27FC236}">
                <a16:creationId xmlns:a16="http://schemas.microsoft.com/office/drawing/2014/main" id="{0B1C8573-BB00-DACE-0F90-497E383A49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07769" y="1702865"/>
            <a:ext cx="3428952" cy="3428952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238" y="819015"/>
            <a:ext cx="4126161" cy="2353362"/>
          </a:xfrm>
        </p:spPr>
        <p:txBody>
          <a:bodyPr anchor="b">
            <a:normAutofit/>
          </a:bodyPr>
          <a:lstStyle/>
          <a:p>
            <a:pPr algn="l">
              <a:defRPr sz="3400"/>
            </a:pPr>
            <a:r>
              <a:rPr lang="en-US" sz="3900" dirty="0">
                <a:solidFill>
                  <a:schemeClr val="bg1"/>
                </a:solidFill>
              </a:rPr>
              <a:t>Smart Crop Disease </a:t>
            </a:r>
            <a:r>
              <a:rPr lang="en-IN" sz="4000" dirty="0">
                <a:solidFill>
                  <a:schemeClr val="bg1"/>
                </a:solidFill>
              </a:rPr>
              <a:t>warning system</a:t>
            </a:r>
            <a:endParaRPr lang="en-US" sz="39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238" y="3442089"/>
            <a:ext cx="4126161" cy="257357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Tejal Joshi (x24199991)</a:t>
            </a:r>
          </a:p>
          <a:p>
            <a:r>
              <a:rPr lang="en-US" sz="1600" dirty="0">
                <a:solidFill>
                  <a:schemeClr val="bg1"/>
                </a:solidFill>
              </a:rPr>
              <a:t>MSc Cloud Computing</a:t>
            </a:r>
          </a:p>
          <a:p>
            <a:r>
              <a:rPr lang="en-US" sz="1600" dirty="0">
                <a:solidFill>
                  <a:schemeClr val="bg1"/>
                </a:solidFill>
              </a:rPr>
              <a:t>National College of Ireland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Slide Background Fill">
            <a:extLst>
              <a:ext uri="{FF2B5EF4-FFF2-40B4-BE49-F238E27FC236}">
                <a16:creationId xmlns:a16="http://schemas.microsoft.com/office/drawing/2014/main" id="{03AF1C04-3FEF-41BD-BB84-2F263765B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DD5E267-EB6F-47DF-ABEF-2C1BED44D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36" y="0"/>
            <a:ext cx="9141711" cy="6858000"/>
            <a:chOff x="-2848" y="0"/>
            <a:chExt cx="12188949" cy="6858000"/>
          </a:xfrm>
        </p:grpSpPr>
        <p:sp>
          <p:nvSpPr>
            <p:cNvPr id="28" name="Color Cover">
              <a:extLst>
                <a:ext uri="{FF2B5EF4-FFF2-40B4-BE49-F238E27FC236}">
                  <a16:creationId xmlns:a16="http://schemas.microsoft.com/office/drawing/2014/main" id="{4BA86AA3-0623-4268-861E-ADA01A7C07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Color Cover">
              <a:extLst>
                <a:ext uri="{FF2B5EF4-FFF2-40B4-BE49-F238E27FC236}">
                  <a16:creationId xmlns:a16="http://schemas.microsoft.com/office/drawing/2014/main" id="{72692EF2-4C1F-4ED7-9C00-6CF92783E2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6828D02-A05D-412B-9F20-B68E970B9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8459" y="598259"/>
            <a:ext cx="8167081" cy="5680742"/>
            <a:chOff x="651279" y="598259"/>
            <a:chExt cx="10889442" cy="5680742"/>
          </a:xfrm>
        </p:grpSpPr>
        <p:sp>
          <p:nvSpPr>
            <p:cNvPr id="32" name="Color">
              <a:extLst>
                <a:ext uri="{FF2B5EF4-FFF2-40B4-BE49-F238E27FC236}">
                  <a16:creationId xmlns:a16="http://schemas.microsoft.com/office/drawing/2014/main" id="{A1A8E50E-11DE-480E-A93B-F503760BCC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Color">
              <a:extLst>
                <a:ext uri="{FF2B5EF4-FFF2-40B4-BE49-F238E27FC236}">
                  <a16:creationId xmlns:a16="http://schemas.microsoft.com/office/drawing/2014/main" id="{D2E2EE99-89A4-435B-B61A-3C8B5B2B2D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6" name="Picture 15" descr="Plants in a field">
            <a:extLst>
              <a:ext uri="{FF2B5EF4-FFF2-40B4-BE49-F238E27FC236}">
                <a16:creationId xmlns:a16="http://schemas.microsoft.com/office/drawing/2014/main" id="{126421A6-5C2F-7D30-6114-8AEF209502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470" r="33653" b="-1"/>
          <a:stretch>
            <a:fillRect/>
          </a:stretch>
        </p:blipFill>
        <p:spPr>
          <a:xfrm>
            <a:off x="5208925" y="819015"/>
            <a:ext cx="3026639" cy="5196653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238" y="819015"/>
            <a:ext cx="4126161" cy="2353362"/>
          </a:xfrm>
        </p:spPr>
        <p:txBody>
          <a:bodyPr anchor="b">
            <a:normAutofit/>
          </a:bodyPr>
          <a:lstStyle/>
          <a:p>
            <a:pPr algn="l">
              <a:defRPr sz="3400"/>
            </a:pPr>
            <a:r>
              <a:rPr lang="en-IN" sz="420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238" y="3442089"/>
            <a:ext cx="4126161" cy="2573579"/>
          </a:xfrm>
        </p:spPr>
        <p:txBody>
          <a:bodyPr anchor="t">
            <a:norm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Crop diseases cause major losses</a:t>
            </a:r>
          </a:p>
          <a:p>
            <a:r>
              <a:rPr lang="en-US" sz="1600">
                <a:solidFill>
                  <a:schemeClr val="bg1"/>
                </a:solidFill>
              </a:rPr>
              <a:t>Manual monitoring is slow and inaccurate</a:t>
            </a:r>
          </a:p>
          <a:p>
            <a:r>
              <a:rPr lang="en-US" sz="1600">
                <a:solidFill>
                  <a:schemeClr val="bg1"/>
                </a:solidFill>
              </a:rPr>
              <a:t>No real-time alerts</a:t>
            </a:r>
          </a:p>
          <a:p>
            <a:r>
              <a:rPr lang="en-US" sz="1600">
                <a:solidFill>
                  <a:schemeClr val="bg1"/>
                </a:solidFill>
              </a:rPr>
              <a:t>Difficult to track multiple conditions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530289" cy="6858000"/>
            <a:chOff x="651279" y="598259"/>
            <a:chExt cx="10889442" cy="5680742"/>
          </a:xfrm>
        </p:grpSpPr>
        <p:sp>
          <p:nvSpPr>
            <p:cNvPr id="48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2636433" cy="5340097"/>
          </a:xfrm>
        </p:spPr>
        <p:txBody>
          <a:bodyPr anchor="ctr">
            <a:normAutofit/>
          </a:bodyPr>
          <a:lstStyle/>
          <a:p>
            <a:pPr algn="l">
              <a:defRPr sz="3400"/>
            </a:pPr>
            <a:r>
              <a:rPr lang="en-IN" sz="4200">
                <a:solidFill>
                  <a:schemeClr val="bg1"/>
                </a:solidFill>
              </a:rPr>
              <a:t>Objective</a:t>
            </a: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F16847CB-A8DE-6903-6753-EE4DAE27AA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1376500"/>
              </p:ext>
            </p:extLst>
          </p:nvPr>
        </p:nvGraphicFramePr>
        <p:xfrm>
          <a:off x="3739414" y="231006"/>
          <a:ext cx="4775935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Slide Background Fill">
            <a:extLst>
              <a:ext uri="{FF2B5EF4-FFF2-40B4-BE49-F238E27FC236}">
                <a16:creationId xmlns:a16="http://schemas.microsoft.com/office/drawing/2014/main" id="{03AF1C04-3FEF-41BD-BB84-2F263765B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DD5E267-EB6F-47DF-ABEF-2C1BED44D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36" y="0"/>
            <a:ext cx="9141711" cy="6858000"/>
            <a:chOff x="-2848" y="0"/>
            <a:chExt cx="12188949" cy="6858000"/>
          </a:xfrm>
        </p:grpSpPr>
        <p:sp>
          <p:nvSpPr>
            <p:cNvPr id="20" name="Color Cover">
              <a:extLst>
                <a:ext uri="{FF2B5EF4-FFF2-40B4-BE49-F238E27FC236}">
                  <a16:creationId xmlns:a16="http://schemas.microsoft.com/office/drawing/2014/main" id="{4BA86AA3-0623-4268-861E-ADA01A7C07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Color Cover">
              <a:extLst>
                <a:ext uri="{FF2B5EF4-FFF2-40B4-BE49-F238E27FC236}">
                  <a16:creationId xmlns:a16="http://schemas.microsoft.com/office/drawing/2014/main" id="{72692EF2-4C1F-4ED7-9C00-6CF92783E2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6828D02-A05D-412B-9F20-B68E970B9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8459" y="598259"/>
            <a:ext cx="8167081" cy="5680742"/>
            <a:chOff x="651279" y="598259"/>
            <a:chExt cx="10889442" cy="5680742"/>
          </a:xfrm>
        </p:grpSpPr>
        <p:sp>
          <p:nvSpPr>
            <p:cNvPr id="24" name="Color">
              <a:extLst>
                <a:ext uri="{FF2B5EF4-FFF2-40B4-BE49-F238E27FC236}">
                  <a16:creationId xmlns:a16="http://schemas.microsoft.com/office/drawing/2014/main" id="{A1A8E50E-11DE-480E-A93B-F503760BCC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Color">
              <a:extLst>
                <a:ext uri="{FF2B5EF4-FFF2-40B4-BE49-F238E27FC236}">
                  <a16:creationId xmlns:a16="http://schemas.microsoft.com/office/drawing/2014/main" id="{D2E2EE99-89A4-435B-B61A-3C8B5B2B2D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64A989-DA08-D986-5557-74EDDFEBF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106" y="647258"/>
            <a:ext cx="3578289" cy="5680742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238" y="819015"/>
            <a:ext cx="4126161" cy="235336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defRPr sz="3400"/>
            </a:pPr>
            <a:r>
              <a:rPr lang="en-US" sz="4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Architecture</a:t>
            </a:r>
            <a:br>
              <a:rPr lang="en-US" sz="4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br>
              <a:rPr lang="en-US" sz="4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57209F-372B-D631-8AEC-7A5B56ECBA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61238" y="2377009"/>
            <a:ext cx="3810762" cy="36380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530289" cy="6858000"/>
            <a:chOff x="651279" y="598259"/>
            <a:chExt cx="10889442" cy="5680742"/>
          </a:xfrm>
        </p:grpSpPr>
        <p:sp>
          <p:nvSpPr>
            <p:cNvPr id="49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2636433" cy="5340097"/>
          </a:xfrm>
        </p:spPr>
        <p:txBody>
          <a:bodyPr anchor="ctr">
            <a:normAutofit/>
          </a:bodyPr>
          <a:lstStyle/>
          <a:p>
            <a:pPr algn="l">
              <a:defRPr sz="3400"/>
            </a:pPr>
            <a:r>
              <a:rPr lang="en-IN" sz="4200">
                <a:solidFill>
                  <a:schemeClr val="bg1"/>
                </a:solidFill>
              </a:rPr>
              <a:t>Conclusion &amp; Future Work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130EBC6-5B43-327E-66F6-F0E0A896F8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9885899"/>
              </p:ext>
            </p:extLst>
          </p:nvPr>
        </p:nvGraphicFramePr>
        <p:xfrm>
          <a:off x="3739414" y="231006"/>
          <a:ext cx="4775935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1714" cy="6858000"/>
            <a:chOff x="651279" y="598259"/>
            <a:chExt cx="10889442" cy="5680742"/>
          </a:xfrm>
        </p:grpSpPr>
        <p:sp>
          <p:nvSpPr>
            <p:cNvPr id="11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5622DDF-FA65-9001-6299-1D2C19A0E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281" y="666351"/>
            <a:ext cx="7918803" cy="30443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 You</a:t>
            </a:r>
          </a:p>
        </p:txBody>
      </p:sp>
    </p:spTree>
    <p:extLst>
      <p:ext uri="{BB962C8B-B14F-4D97-AF65-F5344CB8AC3E}">
        <p14:creationId xmlns:p14="http://schemas.microsoft.com/office/powerpoint/2010/main" val="2280449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82</Words>
  <Application>Microsoft Office PowerPoint</Application>
  <PresentationFormat>On-screen Show (4:3)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Smart Crop Disease warning system</vt:lpstr>
      <vt:lpstr>Problem Statement</vt:lpstr>
      <vt:lpstr>Objective</vt:lpstr>
      <vt:lpstr>Architecture  </vt:lpstr>
      <vt:lpstr>Conclusion &amp; Future Work</vt:lpstr>
      <vt:lpstr>Thank 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Tejal Joshi</dc:creator>
  <cp:keywords/>
  <dc:description/>
  <cp:lastModifiedBy>Tejal Joshi</cp:lastModifiedBy>
  <cp:revision>2</cp:revision>
  <dcterms:created xsi:type="dcterms:W3CDTF">2013-01-27T09:14:16Z</dcterms:created>
  <dcterms:modified xsi:type="dcterms:W3CDTF">2026-04-17T17:44:52Z</dcterms:modified>
  <cp:category/>
</cp:coreProperties>
</file>